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9" autoAdjust="0"/>
    <p:restoredTop sz="72735" autoAdjust="0"/>
  </p:normalViewPr>
  <p:slideViewPr>
    <p:cSldViewPr snapToGrid="0">
      <p:cViewPr varScale="1">
        <p:scale>
          <a:sx n="75" d="100"/>
          <a:sy n="75" d="100"/>
        </p:scale>
        <p:origin x="18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6E5F0-6A36-4198-8838-CB73C43E7E33}" type="datetimeFigureOut">
              <a:rPr lang="it-CH" smtClean="0"/>
              <a:t>20.05.26</a:t>
            </a:fld>
            <a:endParaRPr lang="it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94A0A-3E9B-4675-9F00-F14DBC49534D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129340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CH" dirty="0"/>
              <a:t>Fare ascoltare le canzoni per fare capire </a:t>
            </a:r>
            <a:r>
              <a:rPr lang="it-CH" dirty="0" err="1"/>
              <a:t>danceability</a:t>
            </a:r>
            <a:r>
              <a:rPr lang="it-CH" dirty="0"/>
              <a:t> e energy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94A0A-3E9B-4675-9F00-F14DBC49534D}" type="slidenum">
              <a:rPr lang="it-CH" smtClean="0"/>
              <a:t>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959867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Heatmap delle correlazioni</a:t>
            </a:r>
            <a:br>
              <a:rPr lang="it-IT" dirty="0"/>
            </a:br>
            <a:r>
              <a:rPr lang="it-IT" dirty="0"/>
              <a:t>Questo grafico permette di vedere le relazioni tra le diverse caratteristiche delle canzoni, come energia, danceability, loudness e popolarità.</a:t>
            </a:r>
            <a:br>
              <a:rPr lang="it-IT" dirty="0"/>
            </a:br>
            <a:r>
              <a:rPr lang="it-IT" dirty="0"/>
              <a:t>L’obiettivo è capire quali variabili sono collegate tra loro e quali influenzano maggiormente il successo di un brano.</a:t>
            </a:r>
          </a:p>
          <a:p>
            <a:r>
              <a:rPr lang="it-IT" b="1" dirty="0" err="1"/>
              <a:t>Scatter</a:t>
            </a:r>
            <a:r>
              <a:rPr lang="it-IT" b="1" dirty="0"/>
              <a:t> Plot tra Danceability e Popularity</a:t>
            </a:r>
            <a:br>
              <a:rPr lang="it-IT" dirty="0"/>
            </a:br>
            <a:r>
              <a:rPr lang="it-IT" dirty="0"/>
              <a:t>Questo grafico confronta quanto una canzone sia ballabile con la sua popolarità su Spotify.</a:t>
            </a:r>
            <a:br>
              <a:rPr lang="it-IT" dirty="0"/>
            </a:br>
            <a:r>
              <a:rPr lang="it-IT" dirty="0"/>
              <a:t>Può aiutare a capire se le canzoni più adatte al ballo tendono ad essere anche le più ascoltate.</a:t>
            </a:r>
          </a:p>
          <a:p>
            <a:r>
              <a:rPr lang="it-IT" b="1" dirty="0"/>
              <a:t>Box Plot dell’Energy per genere musicale</a:t>
            </a:r>
            <a:br>
              <a:rPr lang="it-IT" dirty="0"/>
            </a:br>
            <a:r>
              <a:rPr lang="it-IT" dirty="0"/>
              <a:t>Questo grafico confronta il livello di energia tra diversi generi musicali.</a:t>
            </a:r>
            <a:br>
              <a:rPr lang="it-IT" dirty="0"/>
            </a:br>
            <a:r>
              <a:rPr lang="it-IT" dirty="0"/>
              <a:t>Permette di osservare differenze tra i generi e identificare quali tipi di musica tendono ad essere più intensi o dinamici.</a:t>
            </a:r>
            <a:endParaRPr lang="it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94A0A-3E9B-4675-9F00-F14DBC49534D}" type="slidenum">
              <a:rPr lang="it-CH" smtClean="0"/>
              <a:t>4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935884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CH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CH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CB962-FAD0-6D52-A1F2-B330F960FC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CH" dirty="0"/>
              <a:t>Spotify Tracks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2F6BEE-F2AD-B917-A79D-6EE064667E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CH" dirty="0"/>
              <a:t>Dennis </a:t>
            </a:r>
            <a:r>
              <a:rPr lang="it-CH" dirty="0" err="1"/>
              <a:t>donofrio</a:t>
            </a:r>
            <a:r>
              <a:rPr lang="it-CH" dirty="0"/>
              <a:t> e </a:t>
            </a:r>
            <a:r>
              <a:rPr lang="it-CH" dirty="0" err="1"/>
              <a:t>manuel</a:t>
            </a:r>
            <a:r>
              <a:rPr lang="it-CH" dirty="0"/>
              <a:t> </a:t>
            </a:r>
            <a:r>
              <a:rPr lang="it-CH" dirty="0" err="1"/>
              <a:t>gabrieli</a:t>
            </a:r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2330738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8064A-F7E8-5A4F-A726-5B68F7CED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dirty="0"/>
              <a:t>Descrizione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5923D-9043-879E-40B5-24CC438BF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CH" dirty="0"/>
              <a:t>114’000 record</a:t>
            </a:r>
          </a:p>
          <a:p>
            <a:r>
              <a:rPr lang="it-CH" dirty="0"/>
              <a:t>20 colonne</a:t>
            </a:r>
          </a:p>
          <a:p>
            <a:r>
              <a:rPr lang="it-CH" dirty="0"/>
              <a:t>125 generi musicali</a:t>
            </a:r>
          </a:p>
          <a:p>
            <a:r>
              <a:rPr lang="it-CH" dirty="0"/>
              <a:t>Dataset aggiornato 4 anni fa</a:t>
            </a:r>
          </a:p>
        </p:txBody>
      </p:sp>
    </p:spTree>
    <p:extLst>
      <p:ext uri="{BB962C8B-B14F-4D97-AF65-F5344CB8AC3E}">
        <p14:creationId xmlns:p14="http://schemas.microsoft.com/office/powerpoint/2010/main" val="1610877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E8DD8-9829-640B-8755-1EC3CC13B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dirty="0"/>
              <a:t>Colonne interessanti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FEDB2-FA98-F7E2-46BB-9CC2F50BD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40218"/>
            <a:ext cx="8946541" cy="4195481"/>
          </a:xfrm>
        </p:spPr>
        <p:txBody>
          <a:bodyPr/>
          <a:lstStyle/>
          <a:p>
            <a:r>
              <a:rPr lang="it-CH" dirty="0"/>
              <a:t>Danceability, energy -&gt; float 0.0 1.0</a:t>
            </a:r>
          </a:p>
          <a:p>
            <a:r>
              <a:rPr lang="it-CH" dirty="0" err="1"/>
              <a:t>Popularity</a:t>
            </a:r>
            <a:r>
              <a:rPr lang="it-CH" dirty="0"/>
              <a:t> 0 100 -&gt; calcolato da spotify</a:t>
            </a:r>
          </a:p>
          <a:p>
            <a:r>
              <a:rPr lang="it-CH" dirty="0"/>
              <a:t>Artists, album_name, track_name, track_genre</a:t>
            </a:r>
          </a:p>
          <a:p>
            <a:r>
              <a:rPr lang="it-CH" dirty="0"/>
              <a:t>Molte colonne numeriche</a:t>
            </a:r>
          </a:p>
          <a:p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987474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EA0F1-70D4-319F-7CBD-A005817C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dirty="0"/>
              <a:t>Idee di grafici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65CEE-35AF-1DB8-8B85-3B4A88832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CH" dirty="0"/>
              <a:t>Scatter plot danceability popularity</a:t>
            </a:r>
          </a:p>
          <a:p>
            <a:r>
              <a:rPr lang="it-CH" dirty="0"/>
              <a:t>Heatmap correlazioni</a:t>
            </a:r>
          </a:p>
          <a:p>
            <a:r>
              <a:rPr lang="it-CH" dirty="0"/>
              <a:t>Boxplot energy per genere musicale</a:t>
            </a:r>
          </a:p>
        </p:txBody>
      </p:sp>
    </p:spTree>
    <p:extLst>
      <p:ext uri="{BB962C8B-B14F-4D97-AF65-F5344CB8AC3E}">
        <p14:creationId xmlns:p14="http://schemas.microsoft.com/office/powerpoint/2010/main" val="33629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FFA79AC1-3860-2695-4A62-000D86050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733" y="1490070"/>
            <a:ext cx="7992533" cy="387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67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896ED9F-DA52-9FF8-0C31-4DCE63006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675" y="1500716"/>
            <a:ext cx="7948650" cy="385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677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209</Words>
  <Application>Microsoft Macintosh PowerPoint</Application>
  <PresentationFormat>Widescreen</PresentationFormat>
  <Paragraphs>22</Paragraphs>
  <Slides>6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Aptos</vt:lpstr>
      <vt:lpstr>Arial</vt:lpstr>
      <vt:lpstr>Century Gothic</vt:lpstr>
      <vt:lpstr>Wingdings 3</vt:lpstr>
      <vt:lpstr>Ion</vt:lpstr>
      <vt:lpstr>Spotify Tracks Dataset</vt:lpstr>
      <vt:lpstr>Descrizione</vt:lpstr>
      <vt:lpstr>Colonne interessanti</vt:lpstr>
      <vt:lpstr>Idee di grafici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Tracks Dataset</dc:title>
  <dc:creator>Dennis Donofrio</dc:creator>
  <cp:lastModifiedBy>Gabrieli Manuel</cp:lastModifiedBy>
  <cp:revision>5</cp:revision>
  <dcterms:created xsi:type="dcterms:W3CDTF">2026-05-06T21:30:07Z</dcterms:created>
  <dcterms:modified xsi:type="dcterms:W3CDTF">2026-05-20T13:58:13Z</dcterms:modified>
</cp:coreProperties>
</file>